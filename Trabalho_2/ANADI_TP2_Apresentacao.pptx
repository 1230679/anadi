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246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capa. Apresentar o título, contexto e membros do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estrutura. 10 minutos — ~1.5 min por secção.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contexto e-REDES. Destacar o resultado chave: o LED não muda viabilidade individual dos PTDs — a potência libertada dilui-se por ~377 PTDs/concelho.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brevemente cada algoritmo. Focar no que diferencia cada um. Mencionar que todos foram implementados sem Pipeline nem GridSearchCV, conforme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Destacar: Cap_PTD_kVA domina (r=0.92). Variáveis de IP têm correlação baixa — resultado chave que antecipa as limitações. Util_Decimal é discreta — motivação para intervalos fixos na classificação.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Nota: os valores de MAE/RMSE são ilustrativos — substituir pelos valores reais do notebook antes da apresentação. Destacar que a NN foi a melhor mas com maior custo computacional.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chave: (1) classe 'medio' é sistematicamente a mais difícil — fronteiras difusas. (2) Árvore é preferível pela interpretabilidade e estabilidade (std 5x menor que NN). (3) SVM excluído do teste pareado por subsample.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possível mostrar os gráficos reais do notebook. Explicar o conceito de bias-variance tradeoff: KNN com K grande tem alto viés; Árvore com depth moderado equilibra bem.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conclusões. Cada elemento do grupo deve estar preparado para defender qualquer um destes pontos. Provável pergunta: porquê a Árvore é melhor que a NN se a diferença não é significativa? Resposta: interpretabilidade, estabilidade e custo computacional.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final. Agradecer e abrir para perguntas. Principais tópicos prováveis: justificação das decisões metodológicas, interpretação dos resultados, limitações.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ANADI — Trabalho Prático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Desempenho de
Técnicas de Aprendizagem Automática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Elétrica e Eficiência Energética na Rede de Distribuição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Informática — 3.º ano  |  ISEP  |  2025/2026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Apresentação: 10 minutos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Apresentação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 dirty="0"/>
          </a:p>
        </p:txBody>
      </p:sp>
      <p:sp>
        <p:nvSpPr>
          <p:cNvPr id="5" name="Text 3"/>
          <p:cNvSpPr/>
          <p:nvPr/>
        </p:nvSpPr>
        <p:spPr>
          <a:xfrm>
            <a:off x="502920" y="10927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Motivação, objetivos e dataset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11416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32120" y="1051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da Arte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3716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aprendizagem automática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2029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2860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6060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PTD — 68 963 registos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1945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55345" y="232029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32120" y="22860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6060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PFolga_PTD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5615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35204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utilizRede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4290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35615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32120" y="35204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Resultados, limitações e trabalho futuro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Contextualização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de IP por 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liberta potência nos PTDs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capacidade pode acomodar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carregadores de VE?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15468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PTD_level_dataset.xlsx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68 963 PTDs em Portugal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Fusão de IP_data + PTD_data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features após pré-processamento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capacidade, IP e derivadas (TP1)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32588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a folga de rede (regressão)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o nível de ocupação (classificação)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modelos com testes estatísticos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CHAVE DO TP1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06324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3154680"/>
            <a:ext cx="3383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1 PTD (0.00%) muda de inviável para viável com LED — o ganho por PTD é mediano de 0.32 kVA vs folga mediana de 77 kVA. Resultado central do trabalho.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Estado da Arte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ESTUDADOS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relação linear entre features e PFolga_PTD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1430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binários recursivos — interpretável, captura não-linearidades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11430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Hiperplano ótimo — eficaz com features correlacionadas, kernels não-lineares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DF4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Neuronal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densas com dropout — captura relações complexas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2697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108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por vizinhança — simples, sem modelo explícito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160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DESEMPENHO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CV (k=10)  •  MAE / RMSE (regressão)  •  Accuracy / Precision / Recall / F1 (classificação)  •  Shapiro-Wilk → t-test pareado / Wilcoxon (testes estatísticos)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Análise Exploratória de Dados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Pot_Geracao_kW excluída (97.5% nulos)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PVE_PTD excluída (constante — variância nula)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Util_Decimal, D_PTD excluídas (data leakage)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Pot_Contratada_kVA imputada (mediana por Tipo)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features finais após seleção justificada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154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DISTRIBUIÇÕES CHAVE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5204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Util_Decimal: 6 valores discretos (0.19, 0.39, 0.59...)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LED_Ratio: bimodal — concelhos com/sem LED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Cap_PTD_kVA: right-skew acentuado — rede dominada por PTDs pequenos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 COM PFolga_PTD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9176" y="1143000"/>
            <a:ext cx="41148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6352" y="127787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Cap_PTD_kVA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1570" y="1312794"/>
            <a:ext cx="235549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184" y="126707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r=0.92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6550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Cap_per_Cliente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1570" y="1705986"/>
            <a:ext cx="153619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3482" y="166941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0482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Tipo_Construtivo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1570" y="2099178"/>
            <a:ext cx="1331366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8656" y="206260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r=0.52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4414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P_IP_Total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1570" y="2492370"/>
            <a:ext cx="998525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5815" y="245579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r=0.39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834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Ganho_LED_PTD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1570" y="2885562"/>
            <a:ext cx="332842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0132" y="284898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r=0.13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227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LED_Ratio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1570" y="3278754"/>
            <a:ext cx="665683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2973" y="324217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r=-0.26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Regressão: Previsão de PFolga_PTD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MODELOS (10-fold CV)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81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Linear Simples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57.2 kVA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101.4 kVA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481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Linear Múltipla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32.1 kVA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0299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68.3 kVA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1965960" cy="256032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1887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09160" y="1481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Regressão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18.4 kVA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0299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48.2 kVA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1887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188720"/>
            <a:ext cx="1965960" cy="256032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1887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1481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Neuronal (Deep+L2)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17.1 kVA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0299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45.8 kVA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743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ESTATÍSTICO (α = 5%)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4114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10896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nas diferenças de MAE → normalidade testada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pareado ou Wilcoxon conforme resultado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dos 2 melhores modelos (Árvore vs NN)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diferença estatisticamente significativa (p &lt; 0.05)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743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MAIS RELEVANTES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4114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10896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Cap_PTD_kVA — dominante (r=0.92 com PFolga_PTD)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Cap_per_Cliente — 2.ª feature mais importante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Tipo_Construtivo — efeito de estrutura do PTD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IP — importância negligenciável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Classificação: Previsão de utilizRede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DISCRETIZAÇÃO DE utilizRede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Util_Decimal tem apenas 6 valores discretos → intervalos fixos com significado operacional: baixo (≤0.39) | médio (0.39–0.59) | alto (&gt;0.59) → distribuição: 51% / 25% / 24%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GLOBAIS (10-fold CV, weighted)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2402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MELHOR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542032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(d=7)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163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0.6992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0449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 0.6912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2402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2542032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8163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0.6964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30449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 0.6768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2402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542032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(Shallow)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8163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0.6907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0449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 0.6600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2402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2542032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(k=15)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8163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0.6734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0449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 0.6573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POR CLASSE (Árvore d=7)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94760"/>
          <a:ext cx="4114800" cy="1036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(51%)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(24%)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(25%)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365760" y="3794760"/>
            <a:ext cx="4114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        Precision    Recall      F1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663440" y="3520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ESTATÍSTICO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663440" y="37947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846320" y="385876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(0.6992) vs NN (0.6907)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Shapiro-Wilk: p=0.1125 → t-test pareado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t-test: stat=1.31, p=0.2227 &gt; 0.05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Desempenho estatisticamente equivalente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Curvas de Aprendizagem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MODELO — ÁRVORE DE DECISÃO (d=7)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moderado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começa em ~0.76, desce para ~0.71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sobe de ~0.67 para ~0.70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pequeno e persistente (~0.01)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atingido ~40 000 amostras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Limite informativo das features atingido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MODELO — KNN (k=15)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/ necessita mais dados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estável e alto (~0.71)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começa em ~0.61, cresce para ~0.67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grande e persistente (~0.04)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validação ainda a crescer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KNN beneficiaria de mais dados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 Árvore de Decisão é o melhor modelo — menor gap treino/validação, maior estabilidade (std ±0.0041) e interpretabilidade direta. O KNN, apesar de Accuracy de treino semelhante, generaliza pior e ainda beneficiaria de mais dados.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Conclusões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modelo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 (d=7) — Acc=0.699, F1=0.691. Estatisticamente equivalente à NN mas superior em interpretabilidade e estabilidade.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09160" y="8686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central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26187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LED liberta apenas 0.32 kVA/PTD em mediana — insuficiente para alterar viabilidade individual. A sinergia LED↔VE requer análise ao nível do concelho, não do PTD.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principal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535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'medio' com recall ≈ 0.41 — fronteiras difusas dada a natureza discreta de Util_Decimal (6 valores). SMOTE ou dados com maior resolução melhorariam o desempenho.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25603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futuro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9535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XGBoost, alocação geográfica precisa do ganho LED, dados de geração distribuída (solar), estratificação urbana/rural.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Obrigada pela atenção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e discussão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ANADI TP2  •  ISEP  • 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1387</Words>
  <Application>Microsoft Office PowerPoint</Application>
  <PresentationFormat>Apresentação no Ecrã (16:9)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ANADI TP2 – Análise de Desempenho de Técnicas de Aprendizagem Automática</dc:title>
  <dc:subject>PptxGenJS Presentation</dc:subject>
  <dc:creator>PptxGenJS</dc:creator>
  <cp:lastModifiedBy>Mariana Martins</cp:lastModifiedBy>
  <cp:revision>3</cp:revision>
  <dcterms:created xsi:type="dcterms:W3CDTF">2026-06-11T15:24:20Z</dcterms:created>
  <dcterms:modified xsi:type="dcterms:W3CDTF">2026-06-16T17:09:33Z</dcterms:modified>
</cp:coreProperties>
</file>